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9" r:id="rId3"/>
    <p:sldId id="26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5" d="100"/>
          <a:sy n="85" d="100"/>
        </p:scale>
        <p:origin x="114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151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307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65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760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4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259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091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548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034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44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505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00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A yellow ball on a cube&#10;&#10;AI-generated content may be incorrect.">
            <a:extLst>
              <a:ext uri="{FF2B5EF4-FFF2-40B4-BE49-F238E27FC236}">
                <a16:creationId xmlns:a16="http://schemas.microsoft.com/office/drawing/2014/main" id="{3C646930-8CBA-BD03-3297-71E8F11647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757" b="228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7D064F0-6D2A-219C-C000-14ABD99ECE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06" y="0"/>
            <a:ext cx="4903694" cy="6858001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CB3223-F75D-2F86-1E19-F5E2657D5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1" y="822960"/>
            <a:ext cx="4286054" cy="3474720"/>
          </a:xfrm>
        </p:spPr>
        <p:txBody>
          <a:bodyPr anchor="b">
            <a:normAutofit/>
          </a:bodyPr>
          <a:lstStyle/>
          <a:p>
            <a:pPr algn="l"/>
            <a:r>
              <a:rPr lang="en-US" sz="5200" dirty="0"/>
              <a:t>U.S. YouTube Case Study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28009B-42FF-D408-AF69-52C97E693D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1" y="4419600"/>
            <a:ext cx="3931920" cy="1386840"/>
          </a:xfrm>
        </p:spPr>
        <p:txBody>
          <a:bodyPr anchor="t">
            <a:normAutofit/>
          </a:bodyPr>
          <a:lstStyle/>
          <a:p>
            <a:pPr algn="l"/>
            <a:r>
              <a:rPr lang="en-US" sz="2200" dirty="0"/>
              <a:t>Jan 2026 DDI-A Cohort</a:t>
            </a:r>
          </a:p>
        </p:txBody>
      </p:sp>
    </p:spTree>
    <p:extLst>
      <p:ext uri="{BB962C8B-B14F-4D97-AF65-F5344CB8AC3E}">
        <p14:creationId xmlns:p14="http://schemas.microsoft.com/office/powerpoint/2010/main" val="25552565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9A625B-3DF7-6EB3-A2CA-58FA29E33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5A02A97-EBF9-8B41-6EDF-3849AD71C5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A yellow ball on a cube&#10;&#10;AI-generated content may be incorrect.">
            <a:extLst>
              <a:ext uri="{FF2B5EF4-FFF2-40B4-BE49-F238E27FC236}">
                <a16:creationId xmlns:a16="http://schemas.microsoft.com/office/drawing/2014/main" id="{F67C0E3A-B8FA-79C8-EF51-6386C66B5C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757" b="228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A3BF801-A411-D2E6-A6C4-FB735F1AA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06" y="0"/>
            <a:ext cx="4903694" cy="6858001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22F941-B463-7F4A-2F01-BD55BCFDC21D}"/>
              </a:ext>
            </a:extLst>
          </p:cNvPr>
          <p:cNvSpPr txBox="1"/>
          <p:nvPr/>
        </p:nvSpPr>
        <p:spPr>
          <a:xfrm>
            <a:off x="293511" y="282222"/>
            <a:ext cx="11548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Overview of Data Set/Analysis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D82711-8C2B-7AE5-B67D-3839DD525A51}"/>
              </a:ext>
            </a:extLst>
          </p:cNvPr>
          <p:cNvSpPr txBox="1"/>
          <p:nvPr/>
        </p:nvSpPr>
        <p:spPr>
          <a:xfrm>
            <a:off x="462844" y="1162756"/>
            <a:ext cx="682546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Columns consisted of: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Video ID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Trending date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Title of the video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Channel title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Category ID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Publish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Views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Categories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approached the data set with the objective of discovering the most valuable business insights to boost the growth of </a:t>
            </a:r>
            <a:r>
              <a:rPr lang="en-US" i="1" u="sng" dirty="0"/>
              <a:t>insert Chad’s company name here</a:t>
            </a:r>
            <a:r>
              <a:rPr lang="en-US" dirty="0"/>
              <a:t>.</a:t>
            </a:r>
            <a:endParaRPr lang="en-US" i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i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identified the patterns between YouTube viewership in relation to the most popular categories and the best time of day/week to post content.</a:t>
            </a:r>
          </a:p>
        </p:txBody>
      </p:sp>
    </p:spTree>
    <p:extLst>
      <p:ext uri="{BB962C8B-B14F-4D97-AF65-F5344CB8AC3E}">
        <p14:creationId xmlns:p14="http://schemas.microsoft.com/office/powerpoint/2010/main" val="35049738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0A2456-C4D7-2790-0370-87B4DBF85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6EF1A91-59E6-8A50-0D1E-D69E2E4D2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A yellow ball on a cube&#10;&#10;AI-generated content may be incorrect.">
            <a:extLst>
              <a:ext uri="{FF2B5EF4-FFF2-40B4-BE49-F238E27FC236}">
                <a16:creationId xmlns:a16="http://schemas.microsoft.com/office/drawing/2014/main" id="{32126720-8B46-F7C4-EF41-5CDD4848E1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757" b="228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ADF514A-8129-5059-B49B-BEAD4B3DB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06" y="0"/>
            <a:ext cx="4903694" cy="6858001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graph with blue and black bars">
            <a:extLst>
              <a:ext uri="{FF2B5EF4-FFF2-40B4-BE49-F238E27FC236}">
                <a16:creationId xmlns:a16="http://schemas.microsoft.com/office/drawing/2014/main" id="{03DF7C77-0EF5-ECA0-E38B-26C793C9E4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067" y="1505425"/>
            <a:ext cx="10831865" cy="384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745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5D7A26-8459-0809-7080-2A652B1C4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1B9674-02A5-AB37-1700-C211F06F0B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A yellow ball on a cube&#10;&#10;AI-generated content may be incorrect.">
            <a:extLst>
              <a:ext uri="{FF2B5EF4-FFF2-40B4-BE49-F238E27FC236}">
                <a16:creationId xmlns:a16="http://schemas.microsoft.com/office/drawing/2014/main" id="{775BDA1B-8430-24C7-0E9B-39D84CA445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757" b="228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D4843D3-4BF3-0D88-DC5F-1F33DFD51D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06" y="0"/>
            <a:ext cx="4903694" cy="6858001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of blue dots">
            <a:extLst>
              <a:ext uri="{FF2B5EF4-FFF2-40B4-BE49-F238E27FC236}">
                <a16:creationId xmlns:a16="http://schemas.microsoft.com/office/drawing/2014/main" id="{6D1A643B-7995-C277-ACB3-0BBA4A805C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713" y="919289"/>
            <a:ext cx="6008573" cy="501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8215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CCAACB-3E1A-1496-48F2-E9B8FFA28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D8919C-671C-C49B-4271-B5672B0EA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A yellow ball on a cube&#10;&#10;AI-generated content may be incorrect.">
            <a:extLst>
              <a:ext uri="{FF2B5EF4-FFF2-40B4-BE49-F238E27FC236}">
                <a16:creationId xmlns:a16="http://schemas.microsoft.com/office/drawing/2014/main" id="{2CA68943-43DC-3214-9AFE-19D126C433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757" b="228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E68A7C4-0B6E-DC5F-E806-210584FE31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06" y="0"/>
            <a:ext cx="4903694" cy="6858001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of blue dots">
            <a:extLst>
              <a:ext uri="{FF2B5EF4-FFF2-40B4-BE49-F238E27FC236}">
                <a16:creationId xmlns:a16="http://schemas.microsoft.com/office/drawing/2014/main" id="{7377B46D-55BC-7975-8681-55B532230D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280" y="890283"/>
            <a:ext cx="6035440" cy="507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324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851F49-2C79-8903-691F-CCAAFBD37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BCC15CC-9F31-1EAE-8A5F-6D68CDE27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A yellow ball on a cube&#10;&#10;AI-generated content may be incorrect.">
            <a:extLst>
              <a:ext uri="{FF2B5EF4-FFF2-40B4-BE49-F238E27FC236}">
                <a16:creationId xmlns:a16="http://schemas.microsoft.com/office/drawing/2014/main" id="{1D9E626D-A4B6-78A1-3ADA-21538A42AC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757" b="228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3249BB0-BDB9-B6DF-C975-24F0CD6A5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06" y="0"/>
            <a:ext cx="4903694" cy="6858001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of blue dots">
            <a:extLst>
              <a:ext uri="{FF2B5EF4-FFF2-40B4-BE49-F238E27FC236}">
                <a16:creationId xmlns:a16="http://schemas.microsoft.com/office/drawing/2014/main" id="{D3B2321C-3A22-F2D4-882C-2EAB61E80A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372" y="983027"/>
            <a:ext cx="5907255" cy="489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228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71A6A-7DDF-56A4-8E36-2C28AE6C3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AB784B0-5A21-70AF-2100-F1DC08CC5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A yellow ball on a cube&#10;&#10;AI-generated content may be incorrect.">
            <a:extLst>
              <a:ext uri="{FF2B5EF4-FFF2-40B4-BE49-F238E27FC236}">
                <a16:creationId xmlns:a16="http://schemas.microsoft.com/office/drawing/2014/main" id="{DCB4ECE0-CECB-8053-8E13-782CDB05AD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757" b="228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D330095-8E9A-A384-9A34-8C39CE4AD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06" y="0"/>
            <a:ext cx="4903694" cy="6858001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of blue dots">
            <a:extLst>
              <a:ext uri="{FF2B5EF4-FFF2-40B4-BE49-F238E27FC236}">
                <a16:creationId xmlns:a16="http://schemas.microsoft.com/office/drawing/2014/main" id="{5E6A20E4-9547-4EDD-3C2D-4B43AA188E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798" y="900037"/>
            <a:ext cx="5874404" cy="505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2282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D3D1CC-E4FC-7A7F-6B7B-44D3BDD92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FB3181-B7FE-73AD-4ACA-D5F52DA58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A yellow ball on a cube&#10;&#10;AI-generated content may be incorrect.">
            <a:extLst>
              <a:ext uri="{FF2B5EF4-FFF2-40B4-BE49-F238E27FC236}">
                <a16:creationId xmlns:a16="http://schemas.microsoft.com/office/drawing/2014/main" id="{EC19A472-DD46-D0A1-4EB2-E70715FF28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757" b="228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8A90BAC-D5FA-6BCB-12FB-D9B1E1EFD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06" y="0"/>
            <a:ext cx="4903694" cy="6858001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with blue lines and numbers">
            <a:extLst>
              <a:ext uri="{FF2B5EF4-FFF2-40B4-BE49-F238E27FC236}">
                <a16:creationId xmlns:a16="http://schemas.microsoft.com/office/drawing/2014/main" id="{99575037-BD38-64B3-ED34-CD6A214B1E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718" y="905911"/>
            <a:ext cx="6018564" cy="504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8345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4ACA4-8A34-99E2-0F59-0C0ED97C1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BA5654-A1C7-B48A-DAC9-BD8591143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A yellow ball on a cube&#10;&#10;AI-generated content may be incorrect.">
            <a:extLst>
              <a:ext uri="{FF2B5EF4-FFF2-40B4-BE49-F238E27FC236}">
                <a16:creationId xmlns:a16="http://schemas.microsoft.com/office/drawing/2014/main" id="{83D4F9AD-084E-9D83-7BCB-03C3CE665B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757" b="228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6CF99EF-CD3F-639F-F023-B7539A3E5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06" y="0"/>
            <a:ext cx="4903694" cy="6858001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of blue bars">
            <a:extLst>
              <a:ext uri="{FF2B5EF4-FFF2-40B4-BE49-F238E27FC236}">
                <a16:creationId xmlns:a16="http://schemas.microsoft.com/office/drawing/2014/main" id="{86A5BF6F-3906-FB7E-7807-DB543E9CDC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502" y="1066927"/>
            <a:ext cx="5978996" cy="4724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1238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E88036-9578-C6BB-A060-7361034CC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475B74-837A-E5A9-9A38-035E98503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A yellow ball on a cube&#10;&#10;AI-generated content may be incorrect.">
            <a:extLst>
              <a:ext uri="{FF2B5EF4-FFF2-40B4-BE49-F238E27FC236}">
                <a16:creationId xmlns:a16="http://schemas.microsoft.com/office/drawing/2014/main" id="{B7AA20E1-2916-A97A-4E2D-6DFED49EDE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757" b="2288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2471498-25F0-5FF3-24A4-8FDD72DD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06" y="0"/>
            <a:ext cx="4903694" cy="6858001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8DF44B-7715-B57E-4FB7-53E9E8774B7E}"/>
              </a:ext>
            </a:extLst>
          </p:cNvPr>
          <p:cNvSpPr txBox="1"/>
          <p:nvPr/>
        </p:nvSpPr>
        <p:spPr>
          <a:xfrm>
            <a:off x="372533" y="361244"/>
            <a:ext cx="1137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Projected Benefits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CA7830-797B-1B29-F7F9-A9B7486F416C}"/>
              </a:ext>
            </a:extLst>
          </p:cNvPr>
          <p:cNvSpPr txBox="1"/>
          <p:nvPr/>
        </p:nvSpPr>
        <p:spPr>
          <a:xfrm>
            <a:off x="474133" y="1286933"/>
            <a:ext cx="681417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Understanding of optimal day &amp; time to post videos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Understanding of most popular topics for viewers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Will then allow marketing team to target specific content with advertisements to generate more revenue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 partnerships with popular creators within the specified top categories to boost overall website traffic</a:t>
            </a:r>
          </a:p>
        </p:txBody>
      </p:sp>
    </p:spTree>
    <p:extLst>
      <p:ext uri="{BB962C8B-B14F-4D97-AF65-F5344CB8AC3E}">
        <p14:creationId xmlns:p14="http://schemas.microsoft.com/office/powerpoint/2010/main" val="27833829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B09041-F487-47DA-7E66-28AEC1F86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DD631E9-358D-E141-5FD0-EA714B8CDB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 descr="A yellow ball on a cube&#10;&#10;AI-generated content may be incorrect.">
            <a:extLst>
              <a:ext uri="{FF2B5EF4-FFF2-40B4-BE49-F238E27FC236}">
                <a16:creationId xmlns:a16="http://schemas.microsoft.com/office/drawing/2014/main" id="{E27C931C-F470-62BC-6BA3-DCBA4EC16E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757" b="2288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D77F650-18EC-FB84-FA79-E344CE131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8306" y="0"/>
            <a:ext cx="4903694" cy="6858001"/>
          </a:xfrm>
          <a:prstGeom prst="rect">
            <a:avLst/>
          </a:prstGeom>
          <a:solidFill>
            <a:schemeClr val="bg1">
              <a:alpha val="2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0DE3276-2BA1-70F4-7525-5870B8427A94}"/>
              </a:ext>
            </a:extLst>
          </p:cNvPr>
          <p:cNvSpPr txBox="1"/>
          <p:nvPr/>
        </p:nvSpPr>
        <p:spPr>
          <a:xfrm>
            <a:off x="4786478" y="3105834"/>
            <a:ext cx="26190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5276777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140</Words>
  <Application>Microsoft Office PowerPoint</Application>
  <PresentationFormat>Widescreen</PresentationFormat>
  <Paragraphs>26</Paragraphs>
  <Slides>11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Neue Haas Grotesk Text Pro</vt:lpstr>
      <vt:lpstr>VanillaVTI</vt:lpstr>
      <vt:lpstr>U.S. YouTube Case Study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Brooks Reece</dc:creator>
  <cp:lastModifiedBy>Brooks Reece</cp:lastModifiedBy>
  <cp:revision>7</cp:revision>
  <dcterms:created xsi:type="dcterms:W3CDTF">2026-02-19T21:08:06Z</dcterms:created>
  <dcterms:modified xsi:type="dcterms:W3CDTF">2026-02-19T22:16:36Z</dcterms:modified>
</cp:coreProperties>
</file>